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777A63-400E-48F2-9777-57998529BB7B}" v="4" dt="2026-09-19T04:42:19.9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itha Reddy" userId="d452ed3775c091e4" providerId="LiveId" clId="{F7BCD16E-EADF-4C5B-934F-813013D16596}"/>
    <pc:docChg chg="undo custSel modSld">
      <pc:chgData name="Rishitha Reddy" userId="d452ed3775c091e4" providerId="LiveId" clId="{F7BCD16E-EADF-4C5B-934F-813013D16596}" dt="2026-09-19T04:55:26.761" v="99" actId="1076"/>
      <pc:docMkLst>
        <pc:docMk/>
      </pc:docMkLst>
      <pc:sldChg chg="addSp modSp mod">
        <pc:chgData name="Rishitha Reddy" userId="d452ed3775c091e4" providerId="LiveId" clId="{F7BCD16E-EADF-4C5B-934F-813013D16596}" dt="2026-09-19T04:50:50.060" v="60" actId="20577"/>
        <pc:sldMkLst>
          <pc:docMk/>
          <pc:sldMk cId="0" sldId="259"/>
        </pc:sldMkLst>
        <pc:spChg chg="add mod">
          <ac:chgData name="Rishitha Reddy" userId="d452ed3775c091e4" providerId="LiveId" clId="{F7BCD16E-EADF-4C5B-934F-813013D16596}" dt="2026-09-19T04:50:50.060" v="60" actId="20577"/>
          <ac:spMkLst>
            <pc:docMk/>
            <pc:sldMk cId="0" sldId="259"/>
            <ac:spMk id="7" creationId="{AC1D77A6-9AFC-6275-4BF8-55BFE274AEDF}"/>
          </ac:spMkLst>
        </pc:spChg>
        <pc:picChg chg="add mod">
          <ac:chgData name="Rishitha Reddy" userId="d452ed3775c091e4" providerId="LiveId" clId="{F7BCD16E-EADF-4C5B-934F-813013D16596}" dt="2026-09-19T04:50:14.323" v="54" actId="14100"/>
          <ac:picMkLst>
            <pc:docMk/>
            <pc:sldMk cId="0" sldId="259"/>
            <ac:picMk id="5" creationId="{1964C829-A8FC-D84F-7020-ABEBF31AC214}"/>
          </ac:picMkLst>
        </pc:picChg>
      </pc:sldChg>
      <pc:sldChg chg="addSp modSp mod">
        <pc:chgData name="Rishitha Reddy" userId="d452ed3775c091e4" providerId="LiveId" clId="{F7BCD16E-EADF-4C5B-934F-813013D16596}" dt="2026-09-19T04:54:48.520" v="94" actId="403"/>
        <pc:sldMkLst>
          <pc:docMk/>
          <pc:sldMk cId="0" sldId="260"/>
        </pc:sldMkLst>
        <pc:spChg chg="add mod">
          <ac:chgData name="Rishitha Reddy" userId="d452ed3775c091e4" providerId="LiveId" clId="{F7BCD16E-EADF-4C5B-934F-813013D16596}" dt="2026-09-19T04:54:48.520" v="94" actId="403"/>
          <ac:spMkLst>
            <pc:docMk/>
            <pc:sldMk cId="0" sldId="260"/>
            <ac:spMk id="5" creationId="{F8E61BD5-F9F3-AA68-EAEF-47623FBB2E2B}"/>
          </ac:spMkLst>
        </pc:spChg>
      </pc:sldChg>
      <pc:sldChg chg="addSp modSp mod">
        <pc:chgData name="Rishitha Reddy" userId="d452ed3775c091e4" providerId="LiveId" clId="{F7BCD16E-EADF-4C5B-934F-813013D16596}" dt="2026-09-19T04:44:11.919" v="35" actId="1076"/>
        <pc:sldMkLst>
          <pc:docMk/>
          <pc:sldMk cId="0" sldId="261"/>
        </pc:sldMkLst>
        <pc:spChg chg="add mod">
          <ac:chgData name="Rishitha Reddy" userId="d452ed3775c091e4" providerId="LiveId" clId="{F7BCD16E-EADF-4C5B-934F-813013D16596}" dt="2026-09-19T04:44:11.919" v="35" actId="1076"/>
          <ac:spMkLst>
            <pc:docMk/>
            <pc:sldMk cId="0" sldId="261"/>
            <ac:spMk id="5" creationId="{774FC9E8-01F8-CC72-B698-E3EB85F9C544}"/>
          </ac:spMkLst>
        </pc:spChg>
      </pc:sldChg>
      <pc:sldChg chg="addSp modSp mod">
        <pc:chgData name="Rishitha Reddy" userId="d452ed3775c091e4" providerId="LiveId" clId="{F7BCD16E-EADF-4C5B-934F-813013D16596}" dt="2026-09-19T04:55:26.761" v="99" actId="1076"/>
        <pc:sldMkLst>
          <pc:docMk/>
          <pc:sldMk cId="0" sldId="262"/>
        </pc:sldMkLst>
        <pc:spChg chg="add mod">
          <ac:chgData name="Rishitha Reddy" userId="d452ed3775c091e4" providerId="LiveId" clId="{F7BCD16E-EADF-4C5B-934F-813013D16596}" dt="2026-09-19T04:55:26.761" v="99" actId="1076"/>
          <ac:spMkLst>
            <pc:docMk/>
            <pc:sldMk cId="0" sldId="262"/>
            <ac:spMk id="5" creationId="{044FFDA8-237B-1D85-68A5-D5712766800C}"/>
          </ac:spMkLst>
        </pc:spChg>
      </pc:sldChg>
      <pc:sldChg chg="addSp modSp mod">
        <pc:chgData name="Rishitha Reddy" userId="d452ed3775c091e4" providerId="LiveId" clId="{F7BCD16E-EADF-4C5B-934F-813013D16596}" dt="2026-09-19T04:45:32.831" v="50" actId="1076"/>
        <pc:sldMkLst>
          <pc:docMk/>
          <pc:sldMk cId="3441026644" sldId="265"/>
        </pc:sldMkLst>
        <pc:spChg chg="add mod">
          <ac:chgData name="Rishitha Reddy" userId="d452ed3775c091e4" providerId="LiveId" clId="{F7BCD16E-EADF-4C5B-934F-813013D16596}" dt="2026-09-19T04:45:32.831" v="50" actId="1076"/>
          <ac:spMkLst>
            <pc:docMk/>
            <pc:sldMk cId="3441026644" sldId="265"/>
            <ac:spMk id="5" creationId="{ADA8BCC6-45B9-32CA-E9B7-D2A259E1AABF}"/>
          </ac:spMkLst>
        </pc:spChg>
      </pc:sldChg>
      <pc:sldChg chg="addSp modSp mod">
        <pc:chgData name="Rishitha Reddy" userId="d452ed3775c091e4" providerId="LiveId" clId="{F7BCD16E-EADF-4C5B-934F-813013D16596}" dt="2026-09-19T04:54:12.908" v="89" actId="1076"/>
        <pc:sldMkLst>
          <pc:docMk/>
          <pc:sldMk cId="2292750904" sldId="266"/>
        </pc:sldMkLst>
        <pc:spChg chg="add mod">
          <ac:chgData name="Rishitha Reddy" userId="d452ed3775c091e4" providerId="LiveId" clId="{F7BCD16E-EADF-4C5B-934F-813013D16596}" dt="2026-09-19T04:54:12.908" v="89" actId="1076"/>
          <ac:spMkLst>
            <pc:docMk/>
            <pc:sldMk cId="2292750904" sldId="266"/>
            <ac:spMk id="5" creationId="{F9B7A736-B4A4-8086-304D-4CCA02A5FF94}"/>
          </ac:spMkLst>
        </pc:spChg>
      </pc:sldChg>
      <pc:sldChg chg="addSp modSp mod">
        <pc:chgData name="Rishitha Reddy" userId="d452ed3775c091e4" providerId="LiveId" clId="{F7BCD16E-EADF-4C5B-934F-813013D16596}" dt="2026-09-19T04:52:13.188" v="70" actId="12"/>
        <pc:sldMkLst>
          <pc:docMk/>
          <pc:sldMk cId="106092222" sldId="267"/>
        </pc:sldMkLst>
        <pc:spChg chg="add mod">
          <ac:chgData name="Rishitha Reddy" userId="d452ed3775c091e4" providerId="LiveId" clId="{F7BCD16E-EADF-4C5B-934F-813013D16596}" dt="2026-09-19T04:52:13.188" v="70" actId="12"/>
          <ac:spMkLst>
            <pc:docMk/>
            <pc:sldMk cId="106092222" sldId="267"/>
            <ac:spMk id="5" creationId="{12D7BE0C-A3B4-0E18-982E-A59801CD3A5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3028" y="-376641"/>
            <a:ext cx="9442180" cy="3432314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4800" b="1" dirty="0">
                <a:solidFill>
                  <a:srgbClr val="C00000"/>
                </a:solidFill>
              </a:rPr>
              <a:t>Symptom-to-Diagnosis Matcher  </a:t>
            </a:r>
            <a:br>
              <a:rPr lang="en-IN" sz="4800" b="1" dirty="0">
                <a:solidFill>
                  <a:srgbClr val="FF0000"/>
                </a:solidFill>
              </a:rPr>
            </a:br>
            <a:endParaRPr lang="en-US" sz="4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28476" y="2799847"/>
            <a:ext cx="4525194" cy="34323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dirty="0">
                <a:solidFill>
                  <a:srgbClr val="0070C0"/>
                </a:solidFill>
              </a:rPr>
              <a:t>S. RISHITHA REDDY - 2520090039</a:t>
            </a:r>
          </a:p>
          <a:p>
            <a:r>
              <a:rPr lang="en-US" dirty="0">
                <a:solidFill>
                  <a:srgbClr val="0070C0"/>
                </a:solidFill>
              </a:rPr>
              <a:t>KIRAN SWAMY – 2520090035</a:t>
            </a:r>
          </a:p>
          <a:p>
            <a:r>
              <a:rPr lang="en-US" dirty="0">
                <a:solidFill>
                  <a:srgbClr val="0070C0"/>
                </a:solidFill>
              </a:rPr>
              <a:t>SAHITHYA - 252009232 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Dr. D</a:t>
            </a:r>
            <a:r>
              <a:rPr lang="en-US" sz="1800" kern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YUTI BANERJEE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(AI&amp;DS)</a:t>
            </a: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9B8803-3EE7-72B7-617D-A117AEF5F607}"/>
              </a:ext>
            </a:extLst>
          </p:cNvPr>
          <p:cNvSpPr txBox="1"/>
          <p:nvPr/>
        </p:nvSpPr>
        <p:spPr>
          <a:xfrm>
            <a:off x="728869" y="1186792"/>
            <a:ext cx="1073426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/>
              <a:t>Symptom-to-Diagnosis Matcher</a:t>
            </a:r>
            <a:r>
              <a:rPr lang="en-IN" sz="2400" dirty="0"/>
              <a:t> is a system that identifies possible diseases based on symptoms provided by the user.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Accepts multiple symptoms as input.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Matches user symptoms with disease-associated symptoms.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Uses data structures and algorithms for efficient symptom matching.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Calculates a matching score for possible diseases.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Displays the most relevant disease matches to the user.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Provides a simple and user-friendly approach to symptom-based disease identification. 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721419-0257-FFDF-D942-12EC4D5F9709}"/>
              </a:ext>
            </a:extLst>
          </p:cNvPr>
          <p:cNvSpPr txBox="1"/>
          <p:nvPr/>
        </p:nvSpPr>
        <p:spPr>
          <a:xfrm>
            <a:off x="556591" y="1724153"/>
            <a:ext cx="11277600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Identifying a disease based on multiple symptoms can be difficult and time-consuming.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Different diseases may have similar or overlapping symptoms.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Manual comparison of symptoms with different diseases requires considerable effort.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A computerized symptom-matching system can perform the comparison efficiently.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Our system accepts symptoms from the user and compares them with a structured disease–symptom dataset.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The system calculates matching scores and provides the most relevant possible diagnosis.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4FC9E8-01F8-CC72-B698-E3EB85F9C544}"/>
              </a:ext>
            </a:extLst>
          </p:cNvPr>
          <p:cNvSpPr txBox="1"/>
          <p:nvPr/>
        </p:nvSpPr>
        <p:spPr>
          <a:xfrm>
            <a:off x="587829" y="1677500"/>
            <a:ext cx="11178074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Existing approaches for symptom-based disease identification include: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Manual Diagnosis:</a:t>
            </a:r>
            <a:r>
              <a:rPr lang="en-IN" dirty="0"/>
              <a:t> Requires comparison of symptoms with medical knowledge and can be time-consuming.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Rule-Based Systems:</a:t>
            </a:r>
            <a:r>
              <a:rPr lang="en-IN" dirty="0"/>
              <a:t> Use predefined rules to associate symptoms with diseases.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Search-Based Systems:</a:t>
            </a:r>
            <a:r>
              <a:rPr lang="en-IN" dirty="0"/>
              <a:t> Search large amounts of medical information but may provide excessive results.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Disease Prediction Systems:</a:t>
            </a:r>
            <a:r>
              <a:rPr lang="en-IN" dirty="0"/>
              <a:t> Use computational techniques to identify possible diseases.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Symptom Matching Approaches:</a:t>
            </a:r>
            <a:r>
              <a:rPr lang="en-IN" dirty="0"/>
              <a:t> Compare user symptoms with known disease-symptom patterns.</a:t>
            </a:r>
          </a:p>
          <a:p>
            <a:pPr>
              <a:lnSpc>
                <a:spcPct val="150000"/>
              </a:lnSpc>
            </a:pPr>
            <a:endParaRPr lang="en-IN" b="1" dirty="0"/>
          </a:p>
          <a:p>
            <a:pPr>
              <a:lnSpc>
                <a:spcPct val="150000"/>
              </a:lnSpc>
            </a:pPr>
            <a:r>
              <a:rPr lang="en-IN" b="1" dirty="0"/>
              <a:t>Research Gap: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There is a need for a simple and efficient system that can organize symptoms, compare them with disease records, and rank possible matches using data structures and algorithms.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A8BCC6-45B9-32CA-E9B7-D2A259E1AABF}"/>
              </a:ext>
            </a:extLst>
          </p:cNvPr>
          <p:cNvSpPr txBox="1"/>
          <p:nvPr/>
        </p:nvSpPr>
        <p:spPr>
          <a:xfrm>
            <a:off x="484210" y="1175057"/>
            <a:ext cx="11614484" cy="5122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/>
              <a:t>Problem Statement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/>
              <a:t>To develop a </a:t>
            </a:r>
            <a:r>
              <a:rPr lang="en-IN" sz="2000" b="1" dirty="0"/>
              <a:t>Symptom-to-Diagnosis Matcher</a:t>
            </a:r>
            <a:r>
              <a:rPr lang="en-IN" sz="2000" dirty="0"/>
              <a:t> that accepts symptoms provided by a user and identifies the disease that has the closest match with the given symptoms.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/>
              <a:t>Objectives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Accept multiple symptoms from the user.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Store disease and symptom information efficiently.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Search for matching symptoms.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Compare user symptoms with disease symptoms.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Calculate a matching score.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Rank possible diseases based on the matching score.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Display the most relevant result in a simple interface.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64C829-A8FC-D84F-7020-ABEBF31AC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049" y="891073"/>
            <a:ext cx="3167826" cy="47517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1D77A6-9AFC-6275-4BF8-55BFE274AEDF}"/>
              </a:ext>
            </a:extLst>
          </p:cNvPr>
          <p:cNvSpPr txBox="1"/>
          <p:nvPr/>
        </p:nvSpPr>
        <p:spPr>
          <a:xfrm>
            <a:off x="1138989" y="5882707"/>
            <a:ext cx="10796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Matching Formula:</a:t>
            </a:r>
          </a:p>
          <a:p>
            <a:pPr>
              <a:buNone/>
            </a:pPr>
            <a:r>
              <a:rPr lang="en-IN" b="1" dirty="0"/>
              <a:t>Matching Score = (Number of Matched Symptoms / Total Disease Symptoms) × 100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D7BE0C-A3B4-0E18-982E-A59801CD3A59}"/>
              </a:ext>
            </a:extLst>
          </p:cNvPr>
          <p:cNvSpPr txBox="1"/>
          <p:nvPr/>
        </p:nvSpPr>
        <p:spPr>
          <a:xfrm>
            <a:off x="802105" y="1309352"/>
            <a:ext cx="9914021" cy="4896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b="1" dirty="0"/>
              <a:t>Sample Input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Symptoms:</a:t>
            </a:r>
            <a:endParaRPr lang="en-IN" sz="16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Fever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Cough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Fatigue 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1" dirty="0"/>
              <a:t>Processing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The system compares the selected symptoms with the symptoms associated with each disease in the dataset.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1" dirty="0"/>
              <a:t>Sample Output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Possible Diagnosis:</a:t>
            </a:r>
            <a:r>
              <a:rPr lang="en-IN" sz="1600" dirty="0"/>
              <a:t> [Predicted Disease]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Matched Symptoms:</a:t>
            </a:r>
            <a:br>
              <a:rPr lang="en-IN" sz="1600" dirty="0"/>
            </a:br>
            <a:r>
              <a:rPr lang="en-IN" sz="1600" dirty="0"/>
              <a:t>Fever, Cough, Fatigue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1" dirty="0"/>
              <a:t>Matching Score:</a:t>
            </a:r>
            <a:r>
              <a:rPr lang="en-IN" sz="1600" dirty="0"/>
              <a:t> XX%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1" dirty="0"/>
              <a:t>Result:</a:t>
            </a:r>
            <a:r>
              <a:rPr lang="en-IN" sz="1600" dirty="0"/>
              <a:t> The disease with the highest matching score is displayed as the most relevant possible match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B7A736-B4A4-8086-304D-4CCA02A5FF94}"/>
              </a:ext>
            </a:extLst>
          </p:cNvPr>
          <p:cNvSpPr txBox="1"/>
          <p:nvPr/>
        </p:nvSpPr>
        <p:spPr>
          <a:xfrm>
            <a:off x="4802037" y="1008783"/>
            <a:ext cx="5135065" cy="5229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400" b="1" dirty="0"/>
              <a:t>Hardware Requirements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Laptop / Desktop Computer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Minimum 4 GB RAM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Keyboard and Mouse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Internet Connection for development resources </a:t>
            </a:r>
          </a:p>
          <a:p>
            <a:pPr>
              <a:lnSpc>
                <a:spcPct val="150000"/>
              </a:lnSpc>
              <a:buNone/>
            </a:pPr>
            <a:r>
              <a:rPr lang="en-IN" sz="1400" b="1" dirty="0"/>
              <a:t>Software Requirements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Operating System:</a:t>
            </a:r>
            <a:r>
              <a:rPr lang="en-IN" sz="1400" dirty="0"/>
              <a:t> Windows / Linux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Programming Language:</a:t>
            </a:r>
            <a:r>
              <a:rPr lang="en-IN" sz="1400" dirty="0"/>
              <a:t> [Your Language]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IDE:</a:t>
            </a:r>
            <a:r>
              <a:rPr lang="en-IN" sz="1400" dirty="0"/>
              <a:t> [Your IDE]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Dataset:</a:t>
            </a:r>
            <a:r>
              <a:rPr lang="en-IN" sz="1400" dirty="0"/>
              <a:t> Disease–Symptom Dataset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Version Control:</a:t>
            </a:r>
            <a:r>
              <a:rPr lang="en-IN" sz="1400" dirty="0"/>
              <a:t> Git / GitHub </a:t>
            </a:r>
          </a:p>
          <a:p>
            <a:pPr>
              <a:lnSpc>
                <a:spcPct val="150000"/>
              </a:lnSpc>
              <a:buNone/>
            </a:pPr>
            <a:r>
              <a:rPr lang="en-IN" sz="1400" b="1" dirty="0"/>
              <a:t>Data Structures Used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Arrays / Lists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HashMap / Hash Table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Sets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Sorting structures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E61BD5-F9F3-AA68-EAEF-47623FBB2E2B}"/>
              </a:ext>
            </a:extLst>
          </p:cNvPr>
          <p:cNvSpPr txBox="1"/>
          <p:nvPr/>
        </p:nvSpPr>
        <p:spPr>
          <a:xfrm>
            <a:off x="497305" y="1586351"/>
            <a:ext cx="11069053" cy="4661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</a:t>
            </a:r>
            <a:r>
              <a:rPr lang="en-IN" sz="2000" b="1" dirty="0"/>
              <a:t>Symptom-to-Diagnosis Matcher</a:t>
            </a:r>
            <a:r>
              <a:rPr lang="en-IN" sz="2000" dirty="0"/>
              <a:t> provides a structured method for matching symptoms with possible diseases.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system can process multiple symptoms provided by the user.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Disease–symptom relationships are organized for efficient searching and comparison.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 matching score is calculated for each possible disease.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Diseases can be ranked according to their matching scores.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project demonstrates the practical application of </a:t>
            </a:r>
            <a:r>
              <a:rPr lang="en-IN" sz="2000" b="1" dirty="0"/>
              <a:t>Data Structures and Algorithms</a:t>
            </a:r>
            <a:r>
              <a:rPr lang="en-IN" sz="2000" dirty="0"/>
              <a:t> to a real-world problem.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system provides possible matches for informational purposes and should not be considered a medical diagnosis.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4FFDA8-237B-1D85-68A5-D5712766800C}"/>
              </a:ext>
            </a:extLst>
          </p:cNvPr>
          <p:cNvSpPr txBox="1"/>
          <p:nvPr/>
        </p:nvSpPr>
        <p:spPr>
          <a:xfrm>
            <a:off x="3930314" y="1534571"/>
            <a:ext cx="9336505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Expand the disease–symptom dataset.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Include symptom </a:t>
            </a:r>
            <a:r>
              <a:rPr lang="en-IN" b="1" dirty="0"/>
              <a:t>severity and duration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 weighted symptoms to improve matching.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Implement advanced similarity and ranking algorithms.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Add multilingual support.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Develop a mobile application.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Improve the user interface and accessibility.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Integrate verified medical information sources.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Add stronger testing, validation, privacy, and security features.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716</Words>
  <Application>Microsoft Office PowerPoint</Application>
  <PresentationFormat>Widescreen</PresentationFormat>
  <Paragraphs>105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       Data Structures and Algorithms -3 (25CS2103E) Symptom-to-Diagnosis Matcher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Rishitha Reddy</cp:lastModifiedBy>
  <cp:revision>20</cp:revision>
  <dcterms:created xsi:type="dcterms:W3CDTF">2024-08-29T05:25:00Z</dcterms:created>
  <dcterms:modified xsi:type="dcterms:W3CDTF">2026-09-19T04:55:36Z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